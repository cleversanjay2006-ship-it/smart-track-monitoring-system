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embeddedFontLst>
    <p:embeddedFont>
      <p:font typeface="Bangers" charset="1" panose="020B0603050302020204"/>
      <p:regular r:id="rId18"/>
    </p:embeddedFont>
    <p:embeddedFont>
      <p:font typeface="Arial Bold" charset="1" panose="020B0704020202020204"/>
      <p:regular r:id="rId19"/>
    </p:embeddedFont>
    <p:embeddedFont>
      <p:font typeface="Arial" charset="1" panose="020B0604020202020204"/>
      <p:regular r:id="rId20"/>
    </p:embeddedFont>
    <p:embeddedFont>
      <p:font typeface="Canva Sans" charset="1" panose="020B0503030501040103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  <p:embeddedFont>
      <p:font typeface="Times New Roman Bold" charset="1" panose="02020803070505020304"/>
      <p:regular r:id="rId24"/>
    </p:embeddedFont>
    <p:embeddedFont>
      <p:font typeface="Canva Sans Bold" charset="1" panose="020B0803030501040103"/>
      <p:regular r:id="rId25"/>
    </p:embeddedFont>
    <p:embeddedFont>
      <p:font typeface="Virtual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7.png" Type="http://schemas.openxmlformats.org/officeDocument/2006/relationships/image"/><Relationship Id="rId20" Target="../media/image25.png" Type="http://schemas.openxmlformats.org/officeDocument/2006/relationships/image"/><Relationship Id="rId21" Target="../media/image26.png" Type="http://schemas.openxmlformats.org/officeDocument/2006/relationships/image"/><Relationship Id="rId22" Target="../media/image2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jpe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jpe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jpe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jpe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png" Type="http://schemas.openxmlformats.org/officeDocument/2006/relationships/image"/><Relationship Id="rId14" Target="../media/image52.svg" Type="http://schemas.openxmlformats.org/officeDocument/2006/relationships/image"/><Relationship Id="rId15" Target="../media/image53.png" Type="http://schemas.openxmlformats.org/officeDocument/2006/relationships/image"/><Relationship Id="rId16" Target="../media/image54.png" Type="http://schemas.openxmlformats.org/officeDocument/2006/relationships/image"/><Relationship Id="rId17" Target="../media/image55.svg" Type="http://schemas.openxmlformats.org/officeDocument/2006/relationships/image"/><Relationship Id="rId18" Target="../media/image56.png" Type="http://schemas.openxmlformats.org/officeDocument/2006/relationships/image"/><Relationship Id="rId19" Target="../media/image57.png" Type="http://schemas.openxmlformats.org/officeDocument/2006/relationships/image"/><Relationship Id="rId2" Target="../media/image28.png" Type="http://schemas.openxmlformats.org/officeDocument/2006/relationships/image"/><Relationship Id="rId20" Target="../media/image58.svg" Type="http://schemas.openxmlformats.org/officeDocument/2006/relationships/image"/><Relationship Id="rId21" Target="../media/image59.svg" Type="http://schemas.openxmlformats.org/officeDocument/2006/relationships/image"/><Relationship Id="rId22" Target="../media/image34.png" Type="http://schemas.openxmlformats.org/officeDocument/2006/relationships/image"/><Relationship Id="rId3" Target="../media/image29.png" Type="http://schemas.openxmlformats.org/officeDocument/2006/relationships/image"/><Relationship Id="rId4" Target="../media/image42.svg" Type="http://schemas.openxmlformats.org/officeDocument/2006/relationships/image"/><Relationship Id="rId5" Target="../media/image43.jpe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63.jpeg" Type="http://schemas.openxmlformats.org/officeDocument/2006/relationships/image"/><Relationship Id="rId6" Target="../media/image64.jpeg" Type="http://schemas.openxmlformats.org/officeDocument/2006/relationships/image"/><Relationship Id="rId7" Target="../media/image6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66.sv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svg" Type="http://schemas.openxmlformats.org/officeDocument/2006/relationships/image"/><Relationship Id="rId8" Target="../media/image70.jpeg" Type="http://schemas.openxmlformats.org/officeDocument/2006/relationships/image"/><Relationship Id="rId9" Target="../media/image7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png" Type="http://schemas.openxmlformats.org/officeDocument/2006/relationships/image"/><Relationship Id="rId12" Target="../media/image80.png" Type="http://schemas.openxmlformats.org/officeDocument/2006/relationships/image"/><Relationship Id="rId13" Target="../media/image81.png" Type="http://schemas.openxmlformats.org/officeDocument/2006/relationships/image"/><Relationship Id="rId14" Target="../media/image82.svg" Type="http://schemas.openxmlformats.org/officeDocument/2006/relationships/image"/><Relationship Id="rId15" Target="../media/image83.png" Type="http://schemas.openxmlformats.org/officeDocument/2006/relationships/image"/><Relationship Id="rId16" Target="../media/image84.svg" Type="http://schemas.openxmlformats.org/officeDocument/2006/relationships/image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72.svg" Type="http://schemas.openxmlformats.org/officeDocument/2006/relationships/image"/><Relationship Id="rId5" Target="../media/image73.jpe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7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8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92000" cy="6906758"/>
            <a:chOff x="0" y="0"/>
            <a:chExt cx="16256000" cy="9209011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9979" t="18461" r="9085" b="19684"/>
            <a:stretch>
              <a:fillRect/>
            </a:stretch>
          </p:blipFill>
          <p:spPr>
            <a:xfrm flipH="false" flipV="false">
              <a:off x="0" y="0"/>
              <a:ext cx="16256000" cy="9209011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376956" y="3260776"/>
            <a:ext cx="6584923" cy="155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6"/>
              </a:lnSpc>
            </a:pPr>
            <a:r>
              <a:rPr lang="en-US" sz="658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tracks that talks lives that matter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809625"/>
            <a:ext cx="8804427" cy="38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1"/>
              </a:lnSpc>
            </a:pPr>
            <a:r>
              <a:rPr lang="en-US" sz="3352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rPr>
              <a:t>railWAY TRACK MONITORING SYSTEM - railway revolution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00515" y="1389720"/>
            <a:ext cx="4390970" cy="453719"/>
          </a:xfrm>
          <a:custGeom>
            <a:avLst/>
            <a:gdLst/>
            <a:ahLst/>
            <a:cxnLst/>
            <a:rect r="r" b="b" t="t" l="l"/>
            <a:pathLst>
              <a:path h="453719" w="4390970">
                <a:moveTo>
                  <a:pt x="0" y="0"/>
                </a:moveTo>
                <a:lnTo>
                  <a:pt x="4390970" y="0"/>
                </a:lnTo>
                <a:lnTo>
                  <a:pt x="4390970" y="453719"/>
                </a:lnTo>
                <a:lnTo>
                  <a:pt x="0" y="453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32498" y="289877"/>
            <a:ext cx="4615844" cy="1100201"/>
          </a:xfrm>
          <a:custGeom>
            <a:avLst/>
            <a:gdLst/>
            <a:ahLst/>
            <a:cxnLst/>
            <a:rect r="r" b="b" t="t" l="l"/>
            <a:pathLst>
              <a:path h="1100201" w="4615844">
                <a:moveTo>
                  <a:pt x="0" y="0"/>
                </a:moveTo>
                <a:lnTo>
                  <a:pt x="4615844" y="0"/>
                </a:lnTo>
                <a:lnTo>
                  <a:pt x="4615844" y="1100202"/>
                </a:lnTo>
                <a:lnTo>
                  <a:pt x="0" y="1100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99030" y="289877"/>
            <a:ext cx="4745570" cy="1131122"/>
          </a:xfrm>
          <a:custGeom>
            <a:avLst/>
            <a:gdLst/>
            <a:ahLst/>
            <a:cxnLst/>
            <a:rect r="r" b="b" t="t" l="l"/>
            <a:pathLst>
              <a:path h="1131122" w="4745570">
                <a:moveTo>
                  <a:pt x="0" y="0"/>
                </a:moveTo>
                <a:lnTo>
                  <a:pt x="4745570" y="0"/>
                </a:lnTo>
                <a:lnTo>
                  <a:pt x="4745570" y="1131122"/>
                </a:lnTo>
                <a:lnTo>
                  <a:pt x="0" y="1131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77999" y="1812160"/>
            <a:ext cx="5670698" cy="5486400"/>
          </a:xfrm>
          <a:custGeom>
            <a:avLst/>
            <a:gdLst/>
            <a:ahLst/>
            <a:cxnLst/>
            <a:rect r="r" b="b" t="t" l="l"/>
            <a:pathLst>
              <a:path h="5486400" w="5670698">
                <a:moveTo>
                  <a:pt x="0" y="0"/>
                </a:moveTo>
                <a:lnTo>
                  <a:pt x="5670698" y="0"/>
                </a:lnTo>
                <a:lnTo>
                  <a:pt x="5670698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92699" y="4653314"/>
            <a:ext cx="11389843" cy="131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b="true" sz="26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Mentor : DR.M.N.A.Gulshan Taj </a:t>
            </a:r>
          </a:p>
          <a:p>
            <a:pPr algn="l">
              <a:lnSpc>
                <a:spcPts val="3508"/>
              </a:lnSpc>
            </a:pPr>
            <a:r>
              <a:rPr lang="en-US" b="true" sz="25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Industrial Mentor : Mr.Mariyam Michel </a:t>
            </a:r>
          </a:p>
          <a:p>
            <a:pPr algn="l">
              <a:lnSpc>
                <a:spcPts val="3368"/>
              </a:lnSpc>
            </a:pPr>
            <a:r>
              <a:rPr lang="en-US" b="true" sz="240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       (PRO Salem Divisional Railway)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1265" y="2014857"/>
            <a:ext cx="10090845" cy="80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4"/>
              </a:lnSpc>
            </a:pPr>
            <a:r>
              <a:rPr lang="en-US" sz="30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b="true" sz="300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 - </a:t>
            </a:r>
            <a:r>
              <a:rPr lang="en-US" b="true" sz="3003">
                <a:solidFill>
                  <a:srgbClr val="00B050"/>
                </a:solidFill>
                <a:latin typeface="Arial Bold"/>
                <a:ea typeface="Arial Bold"/>
                <a:cs typeface="Arial Bold"/>
                <a:sym typeface="Arial Bold"/>
              </a:rPr>
              <a:t>AI based development of Laser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4681" y="2519127"/>
            <a:ext cx="11043642" cy="80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4"/>
              </a:lnSpc>
            </a:pPr>
            <a:r>
              <a:rPr lang="en-US" b="true" sz="3003">
                <a:solidFill>
                  <a:srgbClr val="00B050"/>
                </a:solidFill>
                <a:latin typeface="Arial Bold"/>
                <a:ea typeface="Arial Bold"/>
                <a:cs typeface="Arial Bold"/>
                <a:sym typeface="Arial Bold"/>
              </a:rPr>
              <a:t>based QR Code marking on track fittings on Indian Railways.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92699" y="3491979"/>
            <a:ext cx="11368030" cy="80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4"/>
              </a:lnSpc>
            </a:pPr>
            <a:r>
              <a:rPr lang="en-US" sz="300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00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rial Bold"/>
                <a:ea typeface="Arial Bold"/>
                <a:cs typeface="Arial Bold"/>
                <a:sym typeface="Arial Bold"/>
              </a:rPr>
              <a:t>Theme: INDIAN RAILWAY REVOLUTION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87366" y="1363849"/>
            <a:ext cx="361726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RAILWAY REVOLUTION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790944"/>
            <a:ext cx="12189714" cy="64818"/>
          </a:xfrm>
          <a:custGeom>
            <a:avLst/>
            <a:gdLst/>
            <a:ahLst/>
            <a:cxnLst/>
            <a:rect r="r" b="b" t="t" l="l"/>
            <a:pathLst>
              <a:path h="64818" w="12189714">
                <a:moveTo>
                  <a:pt x="0" y="0"/>
                </a:moveTo>
                <a:lnTo>
                  <a:pt x="12189714" y="0"/>
                </a:lnTo>
                <a:lnTo>
                  <a:pt x="12189714" y="64818"/>
                </a:lnTo>
                <a:lnTo>
                  <a:pt x="0" y="64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6769894"/>
            <a:ext cx="12192000" cy="88106"/>
          </a:xfrm>
          <a:custGeom>
            <a:avLst/>
            <a:gdLst/>
            <a:ahLst/>
            <a:cxnLst/>
            <a:rect r="r" b="b" t="t" l="l"/>
            <a:pathLst>
              <a:path h="88106" w="12192000">
                <a:moveTo>
                  <a:pt x="0" y="0"/>
                </a:moveTo>
                <a:lnTo>
                  <a:pt x="12192000" y="0"/>
                </a:lnTo>
                <a:lnTo>
                  <a:pt x="12192000" y="88106"/>
                </a:lnTo>
                <a:lnTo>
                  <a:pt x="0" y="88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18984" y="891340"/>
            <a:ext cx="5788533" cy="5796277"/>
          </a:xfrm>
          <a:custGeom>
            <a:avLst/>
            <a:gdLst/>
            <a:ahLst/>
            <a:cxnLst/>
            <a:rect r="r" b="b" t="t" l="l"/>
            <a:pathLst>
              <a:path h="5796277" w="5788533">
                <a:moveTo>
                  <a:pt x="0" y="0"/>
                </a:moveTo>
                <a:lnTo>
                  <a:pt x="5788533" y="0"/>
                </a:lnTo>
                <a:lnTo>
                  <a:pt x="5788533" y="5796277"/>
                </a:lnTo>
                <a:lnTo>
                  <a:pt x="0" y="5796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6934" y="802005"/>
            <a:ext cx="5565800" cy="544269"/>
          </a:xfrm>
          <a:custGeom>
            <a:avLst/>
            <a:gdLst/>
            <a:ahLst/>
            <a:cxnLst/>
            <a:rect r="r" b="b" t="t" l="l"/>
            <a:pathLst>
              <a:path h="544269" w="5565800">
                <a:moveTo>
                  <a:pt x="0" y="0"/>
                </a:moveTo>
                <a:lnTo>
                  <a:pt x="5565800" y="0"/>
                </a:lnTo>
                <a:lnTo>
                  <a:pt x="5565800" y="544269"/>
                </a:lnTo>
                <a:lnTo>
                  <a:pt x="0" y="5442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472291" y="734444"/>
            <a:ext cx="576329" cy="1165736"/>
            <a:chOff x="0" y="0"/>
            <a:chExt cx="576326" cy="11657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6326" cy="1165733"/>
            </a:xfrm>
            <a:custGeom>
              <a:avLst/>
              <a:gdLst/>
              <a:ahLst/>
              <a:cxnLst/>
              <a:rect r="r" b="b" t="t" l="l"/>
              <a:pathLst>
                <a:path h="1165733" w="576326">
                  <a:moveTo>
                    <a:pt x="567817" y="0"/>
                  </a:moveTo>
                  <a:lnTo>
                    <a:pt x="24257" y="1106678"/>
                  </a:lnTo>
                  <a:lnTo>
                    <a:pt x="32893" y="1110869"/>
                  </a:lnTo>
                  <a:lnTo>
                    <a:pt x="576326" y="4318"/>
                  </a:lnTo>
                  <a:close/>
                  <a:moveTo>
                    <a:pt x="0" y="1080643"/>
                  </a:moveTo>
                  <a:lnTo>
                    <a:pt x="635" y="1165733"/>
                  </a:lnTo>
                  <a:lnTo>
                    <a:pt x="68326" y="1114171"/>
                  </a:lnTo>
                  <a:close/>
                </a:path>
              </a:pathLst>
            </a:custGeom>
            <a:solidFill>
              <a:srgbClr val="F6924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86102" y="1701422"/>
            <a:ext cx="4577210" cy="2214115"/>
          </a:xfrm>
          <a:custGeom>
            <a:avLst/>
            <a:gdLst/>
            <a:ahLst/>
            <a:cxnLst/>
            <a:rect r="r" b="b" t="t" l="l"/>
            <a:pathLst>
              <a:path h="2214115" w="4577210">
                <a:moveTo>
                  <a:pt x="0" y="0"/>
                </a:moveTo>
                <a:lnTo>
                  <a:pt x="4577211" y="0"/>
                </a:lnTo>
                <a:lnTo>
                  <a:pt x="4577211" y="2214115"/>
                </a:lnTo>
                <a:lnTo>
                  <a:pt x="0" y="22141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6845" y="4124887"/>
            <a:ext cx="4325493" cy="2214115"/>
          </a:xfrm>
          <a:custGeom>
            <a:avLst/>
            <a:gdLst/>
            <a:ahLst/>
            <a:cxnLst/>
            <a:rect r="r" b="b" t="t" l="l"/>
            <a:pathLst>
              <a:path h="2214115" w="4325493">
                <a:moveTo>
                  <a:pt x="0" y="0"/>
                </a:moveTo>
                <a:lnTo>
                  <a:pt x="4325493" y="0"/>
                </a:lnTo>
                <a:lnTo>
                  <a:pt x="4325493" y="2214115"/>
                </a:lnTo>
                <a:lnTo>
                  <a:pt x="0" y="22141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6492" y="4847844"/>
            <a:ext cx="2226564" cy="798586"/>
            <a:chOff x="0" y="0"/>
            <a:chExt cx="2968752" cy="10647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68752" cy="1064768"/>
            </a:xfrm>
            <a:custGeom>
              <a:avLst/>
              <a:gdLst/>
              <a:ahLst/>
              <a:cxnLst/>
              <a:rect r="r" b="b" t="t" l="l"/>
              <a:pathLst>
                <a:path h="1064768" w="2968752">
                  <a:moveTo>
                    <a:pt x="1487551" y="37592"/>
                  </a:moveTo>
                  <a:cubicBezTo>
                    <a:pt x="2274062" y="37592"/>
                    <a:pt x="2911602" y="248920"/>
                    <a:pt x="2911602" y="509524"/>
                  </a:cubicBezTo>
                  <a:cubicBezTo>
                    <a:pt x="2911602" y="770128"/>
                    <a:pt x="2274062" y="981456"/>
                    <a:pt x="1487551" y="981456"/>
                  </a:cubicBezTo>
                  <a:cubicBezTo>
                    <a:pt x="701040" y="981456"/>
                    <a:pt x="63500" y="770128"/>
                    <a:pt x="63500" y="509524"/>
                  </a:cubicBezTo>
                  <a:cubicBezTo>
                    <a:pt x="63500" y="248920"/>
                    <a:pt x="701040" y="37592"/>
                    <a:pt x="1487551" y="37592"/>
                  </a:cubicBezTo>
                  <a:close/>
                  <a:moveTo>
                    <a:pt x="0" y="0"/>
                  </a:moveTo>
                  <a:lnTo>
                    <a:pt x="0" y="1064768"/>
                  </a:lnTo>
                  <a:lnTo>
                    <a:pt x="2968752" y="1064768"/>
                  </a:lnTo>
                  <a:lnTo>
                    <a:pt x="2968752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83108" y="4863084"/>
            <a:ext cx="1566672" cy="835162"/>
            <a:chOff x="0" y="0"/>
            <a:chExt cx="2088896" cy="11135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8896" cy="1113536"/>
            </a:xfrm>
            <a:custGeom>
              <a:avLst/>
              <a:gdLst/>
              <a:ahLst/>
              <a:cxnLst/>
              <a:rect r="r" b="b" t="t" l="l"/>
              <a:pathLst>
                <a:path h="1113536" w="2088896">
                  <a:moveTo>
                    <a:pt x="0" y="0"/>
                  </a:moveTo>
                  <a:lnTo>
                    <a:pt x="0" y="157226"/>
                  </a:lnTo>
                  <a:lnTo>
                    <a:pt x="0" y="157226"/>
                  </a:lnTo>
                  <a:cubicBezTo>
                    <a:pt x="258064" y="70866"/>
                    <a:pt x="616204" y="17272"/>
                    <a:pt x="1012063" y="17272"/>
                  </a:cubicBezTo>
                  <a:cubicBezTo>
                    <a:pt x="1442212" y="17272"/>
                    <a:pt x="1827784" y="80518"/>
                    <a:pt x="2088896" y="180467"/>
                  </a:cubicBezTo>
                  <a:lnTo>
                    <a:pt x="2088896" y="0"/>
                  </a:lnTo>
                  <a:close/>
                  <a:moveTo>
                    <a:pt x="2088896" y="797941"/>
                  </a:moveTo>
                  <a:cubicBezTo>
                    <a:pt x="1827784" y="897890"/>
                    <a:pt x="1442212" y="961136"/>
                    <a:pt x="1012063" y="961136"/>
                  </a:cubicBezTo>
                  <a:cubicBezTo>
                    <a:pt x="616204" y="961136"/>
                    <a:pt x="258064" y="907542"/>
                    <a:pt x="0" y="821182"/>
                  </a:cubicBezTo>
                  <a:lnTo>
                    <a:pt x="0" y="1113536"/>
                  </a:lnTo>
                  <a:lnTo>
                    <a:pt x="2088896" y="1113536"/>
                  </a:lnTo>
                  <a:lnTo>
                    <a:pt x="2088896" y="797941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1603" y="4800600"/>
            <a:ext cx="2286000" cy="863603"/>
          </a:xfrm>
          <a:custGeom>
            <a:avLst/>
            <a:gdLst/>
            <a:ahLst/>
            <a:cxnLst/>
            <a:rect r="r" b="b" t="t" l="l"/>
            <a:pathLst>
              <a:path h="863603" w="2286000">
                <a:moveTo>
                  <a:pt x="0" y="0"/>
                </a:moveTo>
                <a:lnTo>
                  <a:pt x="2286000" y="0"/>
                </a:lnTo>
                <a:lnTo>
                  <a:pt x="2286000" y="863603"/>
                </a:lnTo>
                <a:lnTo>
                  <a:pt x="0" y="8636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288" y="5692140"/>
            <a:ext cx="2709672" cy="797062"/>
            <a:chOff x="0" y="0"/>
            <a:chExt cx="3612896" cy="10627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12896" cy="1062736"/>
            </a:xfrm>
            <a:custGeom>
              <a:avLst/>
              <a:gdLst/>
              <a:ahLst/>
              <a:cxnLst/>
              <a:rect r="r" b="b" t="t" l="l"/>
              <a:pathLst>
                <a:path h="1062736" w="3612896">
                  <a:moveTo>
                    <a:pt x="1810004" y="31750"/>
                  </a:moveTo>
                  <a:cubicBezTo>
                    <a:pt x="2774315" y="31750"/>
                    <a:pt x="3556127" y="243078"/>
                    <a:pt x="3556127" y="503682"/>
                  </a:cubicBezTo>
                  <a:cubicBezTo>
                    <a:pt x="3556127" y="764286"/>
                    <a:pt x="2774315" y="975614"/>
                    <a:pt x="1810004" y="975614"/>
                  </a:cubicBezTo>
                  <a:cubicBezTo>
                    <a:pt x="845693" y="975614"/>
                    <a:pt x="63881" y="764413"/>
                    <a:pt x="63881" y="503682"/>
                  </a:cubicBezTo>
                  <a:cubicBezTo>
                    <a:pt x="63881" y="242951"/>
                    <a:pt x="845693" y="31750"/>
                    <a:pt x="1810004" y="31750"/>
                  </a:cubicBezTo>
                  <a:close/>
                  <a:moveTo>
                    <a:pt x="0" y="0"/>
                  </a:moveTo>
                  <a:lnTo>
                    <a:pt x="0" y="1062736"/>
                  </a:lnTo>
                  <a:lnTo>
                    <a:pt x="3612896" y="1062736"/>
                  </a:lnTo>
                  <a:lnTo>
                    <a:pt x="3612896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-1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406908" y="5705856"/>
            <a:ext cx="1930908" cy="835162"/>
            <a:chOff x="0" y="0"/>
            <a:chExt cx="2574544" cy="11135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74544" cy="1113536"/>
            </a:xfrm>
            <a:custGeom>
              <a:avLst/>
              <a:gdLst/>
              <a:ahLst/>
              <a:cxnLst/>
              <a:rect r="r" b="b" t="t" l="l"/>
              <a:pathLst>
                <a:path h="1113536" w="2574544">
                  <a:moveTo>
                    <a:pt x="0" y="0"/>
                  </a:moveTo>
                  <a:lnTo>
                    <a:pt x="0" y="167894"/>
                  </a:lnTo>
                  <a:lnTo>
                    <a:pt x="0" y="167894"/>
                  </a:lnTo>
                  <a:cubicBezTo>
                    <a:pt x="319405" y="73025"/>
                    <a:pt x="779907" y="13462"/>
                    <a:pt x="1291844" y="13462"/>
                  </a:cubicBezTo>
                  <a:cubicBezTo>
                    <a:pt x="1798955" y="13462"/>
                    <a:pt x="2255520" y="71882"/>
                    <a:pt x="2574544" y="165227"/>
                  </a:cubicBezTo>
                  <a:lnTo>
                    <a:pt x="2574544" y="165227"/>
                  </a:lnTo>
                  <a:lnTo>
                    <a:pt x="2574544" y="0"/>
                  </a:lnTo>
                  <a:close/>
                  <a:moveTo>
                    <a:pt x="0" y="802894"/>
                  </a:moveTo>
                  <a:lnTo>
                    <a:pt x="0" y="1113536"/>
                  </a:lnTo>
                  <a:lnTo>
                    <a:pt x="2574544" y="1113536"/>
                  </a:lnTo>
                  <a:lnTo>
                    <a:pt x="2574544" y="805688"/>
                  </a:lnTo>
                  <a:lnTo>
                    <a:pt x="2574544" y="805688"/>
                  </a:lnTo>
                  <a:cubicBezTo>
                    <a:pt x="2255520" y="899033"/>
                    <a:pt x="1798955" y="957453"/>
                    <a:pt x="1291844" y="957453"/>
                  </a:cubicBezTo>
                  <a:cubicBezTo>
                    <a:pt x="779907" y="957326"/>
                    <a:pt x="319405" y="897763"/>
                    <a:pt x="0" y="802894"/>
                  </a:cubicBezTo>
                  <a:close/>
                </a:path>
              </a:pathLst>
            </a:custGeom>
            <a:blipFill>
              <a:blip r:embed="rId14"/>
              <a:stretch>
                <a:fillRect l="0" t="0" r="0" b="-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0" y="5638800"/>
            <a:ext cx="2755897" cy="863603"/>
          </a:xfrm>
          <a:custGeom>
            <a:avLst/>
            <a:gdLst/>
            <a:ahLst/>
            <a:cxnLst/>
            <a:rect r="r" b="b" t="t" l="l"/>
            <a:pathLst>
              <a:path h="863603" w="2755897">
                <a:moveTo>
                  <a:pt x="0" y="0"/>
                </a:moveTo>
                <a:lnTo>
                  <a:pt x="2755897" y="0"/>
                </a:lnTo>
                <a:lnTo>
                  <a:pt x="2755897" y="863603"/>
                </a:lnTo>
                <a:lnTo>
                  <a:pt x="0" y="86360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3956304" y="1796786"/>
            <a:ext cx="1935480" cy="798586"/>
            <a:chOff x="0" y="0"/>
            <a:chExt cx="2580640" cy="10647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80640" cy="1064768"/>
            </a:xfrm>
            <a:custGeom>
              <a:avLst/>
              <a:gdLst/>
              <a:ahLst/>
              <a:cxnLst/>
              <a:rect r="r" b="b" t="t" l="l"/>
              <a:pathLst>
                <a:path h="1064768" w="2580640">
                  <a:moveTo>
                    <a:pt x="1292860" y="36195"/>
                  </a:moveTo>
                  <a:cubicBezTo>
                    <a:pt x="1972183" y="36195"/>
                    <a:pt x="2522855" y="247523"/>
                    <a:pt x="2522855" y="508127"/>
                  </a:cubicBezTo>
                  <a:cubicBezTo>
                    <a:pt x="2522855" y="768858"/>
                    <a:pt x="1972183" y="980059"/>
                    <a:pt x="1292860" y="980059"/>
                  </a:cubicBezTo>
                  <a:cubicBezTo>
                    <a:pt x="613664" y="980059"/>
                    <a:pt x="62992" y="768858"/>
                    <a:pt x="62992" y="508127"/>
                  </a:cubicBezTo>
                  <a:cubicBezTo>
                    <a:pt x="62992" y="247523"/>
                    <a:pt x="613664" y="36195"/>
                    <a:pt x="1292860" y="36195"/>
                  </a:cubicBezTo>
                  <a:close/>
                  <a:moveTo>
                    <a:pt x="0" y="0"/>
                  </a:moveTo>
                  <a:lnTo>
                    <a:pt x="0" y="1064768"/>
                  </a:lnTo>
                  <a:lnTo>
                    <a:pt x="2580640" y="1064768"/>
                  </a:lnTo>
                  <a:lnTo>
                    <a:pt x="258064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-1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4235196" y="1810502"/>
            <a:ext cx="1402080" cy="835162"/>
            <a:chOff x="0" y="0"/>
            <a:chExt cx="1869440" cy="11135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69440" cy="1113536"/>
            </a:xfrm>
            <a:custGeom>
              <a:avLst/>
              <a:gdLst/>
              <a:ahLst/>
              <a:cxnLst/>
              <a:rect r="r" b="b" t="t" l="l"/>
              <a:pathLst>
                <a:path h="1113536" w="1869440">
                  <a:moveTo>
                    <a:pt x="0" y="0"/>
                  </a:moveTo>
                  <a:lnTo>
                    <a:pt x="0" y="177165"/>
                  </a:lnTo>
                  <a:lnTo>
                    <a:pt x="0" y="177165"/>
                  </a:lnTo>
                  <a:cubicBezTo>
                    <a:pt x="225298" y="79502"/>
                    <a:pt x="554482" y="17907"/>
                    <a:pt x="921004" y="17907"/>
                  </a:cubicBezTo>
                  <a:cubicBezTo>
                    <a:pt x="1302766" y="17907"/>
                    <a:pt x="1643888" y="84582"/>
                    <a:pt x="1869440" y="189357"/>
                  </a:cubicBezTo>
                  <a:lnTo>
                    <a:pt x="1869440" y="189357"/>
                  </a:lnTo>
                  <a:lnTo>
                    <a:pt x="1869440" y="0"/>
                  </a:lnTo>
                  <a:close/>
                  <a:moveTo>
                    <a:pt x="1869440" y="790448"/>
                  </a:moveTo>
                  <a:cubicBezTo>
                    <a:pt x="1643888" y="895096"/>
                    <a:pt x="1302766" y="961771"/>
                    <a:pt x="921004" y="961771"/>
                  </a:cubicBezTo>
                  <a:cubicBezTo>
                    <a:pt x="554482" y="961771"/>
                    <a:pt x="225298" y="900303"/>
                    <a:pt x="0" y="802640"/>
                  </a:cubicBezTo>
                  <a:lnTo>
                    <a:pt x="0" y="802640"/>
                  </a:lnTo>
                  <a:lnTo>
                    <a:pt x="0" y="1113536"/>
                  </a:lnTo>
                  <a:lnTo>
                    <a:pt x="1869440" y="1113536"/>
                  </a:lnTo>
                  <a:lnTo>
                    <a:pt x="1869440" y="790448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3924300" y="1752600"/>
            <a:ext cx="1993897" cy="850897"/>
          </a:xfrm>
          <a:custGeom>
            <a:avLst/>
            <a:gdLst/>
            <a:ahLst/>
            <a:cxnLst/>
            <a:rect r="r" b="b" t="t" l="l"/>
            <a:pathLst>
              <a:path h="850897" w="1993897">
                <a:moveTo>
                  <a:pt x="0" y="0"/>
                </a:moveTo>
                <a:lnTo>
                  <a:pt x="1993897" y="0"/>
                </a:lnTo>
                <a:lnTo>
                  <a:pt x="1993897" y="850897"/>
                </a:lnTo>
                <a:lnTo>
                  <a:pt x="0" y="85089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50997" y="4127497"/>
            <a:ext cx="3759203" cy="419100"/>
          </a:xfrm>
          <a:custGeom>
            <a:avLst/>
            <a:gdLst/>
            <a:ahLst/>
            <a:cxnLst/>
            <a:rect r="r" b="b" t="t" l="l"/>
            <a:pathLst>
              <a:path h="419100" w="3759203">
                <a:moveTo>
                  <a:pt x="0" y="0"/>
                </a:moveTo>
                <a:lnTo>
                  <a:pt x="3759203" y="0"/>
                </a:lnTo>
                <a:lnTo>
                  <a:pt x="3759203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3436620" y="2706595"/>
            <a:ext cx="2679192" cy="758981"/>
            <a:chOff x="0" y="0"/>
            <a:chExt cx="3572256" cy="101197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72256" cy="1011936"/>
            </a:xfrm>
            <a:custGeom>
              <a:avLst/>
              <a:gdLst/>
              <a:ahLst/>
              <a:cxnLst/>
              <a:rect r="r" b="b" t="t" l="l"/>
              <a:pathLst>
                <a:path h="1011936" w="3572256">
                  <a:moveTo>
                    <a:pt x="1789176" y="33528"/>
                  </a:moveTo>
                  <a:cubicBezTo>
                    <a:pt x="2742311" y="33528"/>
                    <a:pt x="3515233" y="233172"/>
                    <a:pt x="3515233" y="479171"/>
                  </a:cubicBezTo>
                  <a:cubicBezTo>
                    <a:pt x="3515233" y="725424"/>
                    <a:pt x="2742438" y="925068"/>
                    <a:pt x="1789176" y="925068"/>
                  </a:cubicBezTo>
                  <a:cubicBezTo>
                    <a:pt x="835914" y="925068"/>
                    <a:pt x="63373" y="725424"/>
                    <a:pt x="63373" y="479298"/>
                  </a:cubicBezTo>
                  <a:cubicBezTo>
                    <a:pt x="63373" y="233299"/>
                    <a:pt x="836041" y="33655"/>
                    <a:pt x="1789176" y="33655"/>
                  </a:cubicBezTo>
                  <a:close/>
                  <a:moveTo>
                    <a:pt x="0" y="0"/>
                  </a:moveTo>
                  <a:lnTo>
                    <a:pt x="0" y="1011936"/>
                  </a:lnTo>
                  <a:lnTo>
                    <a:pt x="3572256" y="1011936"/>
                  </a:lnTo>
                  <a:lnTo>
                    <a:pt x="3572256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-3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3784092" y="2702042"/>
            <a:ext cx="1982724" cy="835162"/>
            <a:chOff x="0" y="0"/>
            <a:chExt cx="2643632" cy="11135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43632" cy="1113536"/>
            </a:xfrm>
            <a:custGeom>
              <a:avLst/>
              <a:gdLst/>
              <a:ahLst/>
              <a:cxnLst/>
              <a:rect r="r" b="b" t="t" l="l"/>
              <a:pathLst>
                <a:path h="1113536" w="2643632">
                  <a:moveTo>
                    <a:pt x="0" y="0"/>
                  </a:moveTo>
                  <a:lnTo>
                    <a:pt x="0" y="200025"/>
                  </a:lnTo>
                  <a:lnTo>
                    <a:pt x="0" y="200025"/>
                  </a:lnTo>
                  <a:cubicBezTo>
                    <a:pt x="316611" y="101981"/>
                    <a:pt x="792988" y="39624"/>
                    <a:pt x="1325880" y="39624"/>
                  </a:cubicBezTo>
                  <a:cubicBezTo>
                    <a:pt x="1854200" y="39624"/>
                    <a:pt x="2327021" y="100965"/>
                    <a:pt x="2643632" y="197485"/>
                  </a:cubicBezTo>
                  <a:lnTo>
                    <a:pt x="2643632" y="197485"/>
                  </a:lnTo>
                  <a:lnTo>
                    <a:pt x="2643632" y="0"/>
                  </a:lnTo>
                  <a:close/>
                  <a:moveTo>
                    <a:pt x="0" y="770763"/>
                  </a:moveTo>
                  <a:lnTo>
                    <a:pt x="0" y="1113536"/>
                  </a:lnTo>
                  <a:lnTo>
                    <a:pt x="2643632" y="1113536"/>
                  </a:lnTo>
                  <a:lnTo>
                    <a:pt x="2643632" y="773303"/>
                  </a:lnTo>
                  <a:lnTo>
                    <a:pt x="2643632" y="773303"/>
                  </a:lnTo>
                  <a:cubicBezTo>
                    <a:pt x="2327021" y="869823"/>
                    <a:pt x="1854200" y="931164"/>
                    <a:pt x="1325880" y="931164"/>
                  </a:cubicBezTo>
                  <a:cubicBezTo>
                    <a:pt x="792988" y="931164"/>
                    <a:pt x="316611" y="868807"/>
                    <a:pt x="0" y="770763"/>
                  </a:cubicBezTo>
                  <a:close/>
                </a:path>
              </a:pathLst>
            </a:custGeom>
            <a:blipFill>
              <a:blip r:embed="rId21"/>
              <a:stretch>
                <a:fillRect l="0" t="0" r="0" b="-1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228600" y="2654303"/>
            <a:ext cx="5918197" cy="1219200"/>
          </a:xfrm>
          <a:custGeom>
            <a:avLst/>
            <a:gdLst/>
            <a:ahLst/>
            <a:cxnLst/>
            <a:rect r="r" b="b" t="t" l="l"/>
            <a:pathLst>
              <a:path h="1219200" w="5918197">
                <a:moveTo>
                  <a:pt x="0" y="0"/>
                </a:moveTo>
                <a:lnTo>
                  <a:pt x="5918197" y="0"/>
                </a:lnTo>
                <a:lnTo>
                  <a:pt x="5918197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413874" y="6427832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898989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1936" y="812483"/>
            <a:ext cx="5234880" cy="479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b="true" sz="25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Hidden Weaknesses,VisibleTragedies !!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09689" y="90764"/>
            <a:ext cx="8179594" cy="56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7"/>
              </a:lnSpc>
            </a:pPr>
            <a:r>
              <a:rPr lang="en-US" b="true" sz="29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Smarter Track Monitoring is Urgently Needed?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2330" y="4943351"/>
            <a:ext cx="1235116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Dead &amp; 64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74471" y="5217671"/>
            <a:ext cx="751284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injuried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4510" y="5554751"/>
            <a:ext cx="1380849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ECONOMICAL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7350" y="6172276"/>
            <a:ext cx="1607306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LOSS ₹10-20 CR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21482" y="4151500"/>
            <a:ext cx="3689166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GondaDerailment,UttraPradesh 2024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440936" y="1890779"/>
            <a:ext cx="1040644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 dead &amp;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15028" y="2165099"/>
            <a:ext cx="1040416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97 injuried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137403" y="2550290"/>
            <a:ext cx="1359856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ECONOMICAL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00533" y="3477644"/>
            <a:ext cx="3530794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Hirahand</a:t>
            </a:r>
            <a:r>
              <a:rPr lang="en-US" sz="18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Express</a:t>
            </a:r>
            <a:r>
              <a:rPr lang="en-US" sz="18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,Andrapadesh</a:t>
            </a:r>
            <a:r>
              <a:rPr lang="en-US" sz="18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8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2017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965191" y="3014853"/>
            <a:ext cx="1659122" cy="33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LOSS ₹25-₹30 CR.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27876"/>
            <a:ext cx="12189714" cy="227828"/>
          </a:xfrm>
          <a:custGeom>
            <a:avLst/>
            <a:gdLst/>
            <a:ahLst/>
            <a:cxnLst/>
            <a:rect r="r" b="b" t="t" l="l"/>
            <a:pathLst>
              <a:path h="227828" w="12189714">
                <a:moveTo>
                  <a:pt x="0" y="0"/>
                </a:moveTo>
                <a:lnTo>
                  <a:pt x="12189714" y="0"/>
                </a:lnTo>
                <a:lnTo>
                  <a:pt x="12189714" y="227828"/>
                </a:lnTo>
                <a:lnTo>
                  <a:pt x="0" y="227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6605759"/>
            <a:ext cx="12192000" cy="252241"/>
          </a:xfrm>
          <a:custGeom>
            <a:avLst/>
            <a:gdLst/>
            <a:ahLst/>
            <a:cxnLst/>
            <a:rect r="r" b="b" t="t" l="l"/>
            <a:pathLst>
              <a:path h="252241" w="12192000">
                <a:moveTo>
                  <a:pt x="0" y="0"/>
                </a:moveTo>
                <a:lnTo>
                  <a:pt x="12192000" y="0"/>
                </a:lnTo>
                <a:lnTo>
                  <a:pt x="12192000" y="252241"/>
                </a:lnTo>
                <a:lnTo>
                  <a:pt x="0" y="25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19935" y="781288"/>
            <a:ext cx="6149845" cy="407413"/>
          </a:xfrm>
          <a:custGeom>
            <a:avLst/>
            <a:gdLst/>
            <a:ahLst/>
            <a:cxnLst/>
            <a:rect r="r" b="b" t="t" l="l"/>
            <a:pathLst>
              <a:path h="407413" w="6149845">
                <a:moveTo>
                  <a:pt x="0" y="0"/>
                </a:moveTo>
                <a:lnTo>
                  <a:pt x="6149844" y="0"/>
                </a:lnTo>
                <a:lnTo>
                  <a:pt x="6149844" y="407413"/>
                </a:lnTo>
                <a:lnTo>
                  <a:pt x="0" y="4074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1" y="1325861"/>
            <a:ext cx="12192000" cy="5279898"/>
          </a:xfrm>
          <a:custGeom>
            <a:avLst/>
            <a:gdLst/>
            <a:ahLst/>
            <a:cxnLst/>
            <a:rect r="r" b="b" t="t" l="l"/>
            <a:pathLst>
              <a:path h="5279898" w="12192000">
                <a:moveTo>
                  <a:pt x="0" y="0"/>
                </a:moveTo>
                <a:lnTo>
                  <a:pt x="12192000" y="0"/>
                </a:lnTo>
                <a:lnTo>
                  <a:pt x="12192000" y="5279898"/>
                </a:lnTo>
                <a:lnTo>
                  <a:pt x="0" y="52798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03299" y="161696"/>
            <a:ext cx="1886415" cy="1509132"/>
          </a:xfrm>
          <a:custGeom>
            <a:avLst/>
            <a:gdLst/>
            <a:ahLst/>
            <a:cxnLst/>
            <a:rect r="r" b="b" t="t" l="l"/>
            <a:pathLst>
              <a:path h="1509132" w="1886415">
                <a:moveTo>
                  <a:pt x="0" y="0"/>
                </a:moveTo>
                <a:lnTo>
                  <a:pt x="1886415" y="0"/>
                </a:lnTo>
                <a:lnTo>
                  <a:pt x="1886415" y="1509132"/>
                </a:lnTo>
                <a:lnTo>
                  <a:pt x="0" y="15091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87422" y="197044"/>
            <a:ext cx="4313932" cy="534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4"/>
              </a:lnSpc>
            </a:pPr>
            <a:r>
              <a:rPr lang="en-US" b="true" sz="309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47535" y="628888"/>
            <a:ext cx="64913" cy="422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b="true" sz="18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13874" y="6427832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b="true" sz="120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10633" y="792871"/>
            <a:ext cx="6142777" cy="32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TracksThatTalk : AI+QR+Laser=</a:t>
            </a:r>
            <a:r>
              <a:rPr lang="en-US" b="true" sz="1802">
                <a:solidFill>
                  <a:srgbClr val="010000"/>
                </a:solidFill>
                <a:latin typeface="Arial Bold"/>
                <a:ea typeface="Arial Bold"/>
                <a:cs typeface="Arial Bold"/>
                <a:sym typeface="Arial Bold"/>
              </a:rPr>
              <a:t>Railway</a:t>
            </a:r>
            <a:r>
              <a:rPr lang="en-US" b="true" sz="180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Revolution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9103" y="1129145"/>
            <a:ext cx="11534037" cy="5576455"/>
          </a:xfrm>
          <a:custGeom>
            <a:avLst/>
            <a:gdLst/>
            <a:ahLst/>
            <a:cxnLst/>
            <a:rect r="r" b="b" t="t" l="l"/>
            <a:pathLst>
              <a:path h="5576455" w="11534037">
                <a:moveTo>
                  <a:pt x="0" y="0"/>
                </a:moveTo>
                <a:lnTo>
                  <a:pt x="11534037" y="0"/>
                </a:lnTo>
                <a:lnTo>
                  <a:pt x="11534037" y="5576455"/>
                </a:lnTo>
                <a:lnTo>
                  <a:pt x="0" y="557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86" t="-21238" r="-1786" b="-17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95756" y="195695"/>
            <a:ext cx="452941" cy="685800"/>
          </a:xfrm>
          <a:custGeom>
            <a:avLst/>
            <a:gdLst/>
            <a:ahLst/>
            <a:cxnLst/>
            <a:rect r="r" b="b" t="t" l="l"/>
            <a:pathLst>
              <a:path h="685800" w="452941">
                <a:moveTo>
                  <a:pt x="0" y="0"/>
                </a:moveTo>
                <a:lnTo>
                  <a:pt x="452941" y="0"/>
                </a:lnTo>
                <a:lnTo>
                  <a:pt x="452941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48697" y="190298"/>
            <a:ext cx="7433767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TECHNOLOGICAL APPROACH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082464" y="256973"/>
            <a:ext cx="452941" cy="685800"/>
          </a:xfrm>
          <a:custGeom>
            <a:avLst/>
            <a:gdLst/>
            <a:ahLst/>
            <a:cxnLst/>
            <a:rect r="r" b="b" t="t" l="l"/>
            <a:pathLst>
              <a:path h="685800" w="452941">
                <a:moveTo>
                  <a:pt x="0" y="0"/>
                </a:moveTo>
                <a:lnTo>
                  <a:pt x="452942" y="0"/>
                </a:lnTo>
                <a:lnTo>
                  <a:pt x="452942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53569" y="6172200"/>
            <a:ext cx="7645289" cy="939161"/>
          </a:xfrm>
          <a:custGeom>
            <a:avLst/>
            <a:gdLst/>
            <a:ahLst/>
            <a:cxnLst/>
            <a:rect r="r" b="b" t="t" l="l"/>
            <a:pathLst>
              <a:path h="939161" w="7645289">
                <a:moveTo>
                  <a:pt x="0" y="0"/>
                </a:moveTo>
                <a:lnTo>
                  <a:pt x="7645290" y="0"/>
                </a:lnTo>
                <a:lnTo>
                  <a:pt x="7645290" y="939161"/>
                </a:lnTo>
                <a:lnTo>
                  <a:pt x="0" y="9391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4949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9010" y="352873"/>
            <a:ext cx="8703376" cy="4243143"/>
          </a:xfrm>
          <a:custGeom>
            <a:avLst/>
            <a:gdLst/>
            <a:ahLst/>
            <a:cxnLst/>
            <a:rect r="r" b="b" t="t" l="l"/>
            <a:pathLst>
              <a:path h="4243143" w="8703376">
                <a:moveTo>
                  <a:pt x="0" y="0"/>
                </a:moveTo>
                <a:lnTo>
                  <a:pt x="8703376" y="0"/>
                </a:lnTo>
                <a:lnTo>
                  <a:pt x="8703376" y="4243144"/>
                </a:lnTo>
                <a:lnTo>
                  <a:pt x="0" y="4243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0" t="0" r="-2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596017"/>
            <a:ext cx="3403289" cy="1880317"/>
          </a:xfrm>
          <a:custGeom>
            <a:avLst/>
            <a:gdLst/>
            <a:ahLst/>
            <a:cxnLst/>
            <a:rect r="r" b="b" t="t" l="l"/>
            <a:pathLst>
              <a:path h="1880317" w="3403289">
                <a:moveTo>
                  <a:pt x="0" y="0"/>
                </a:moveTo>
                <a:lnTo>
                  <a:pt x="3403289" y="0"/>
                </a:lnTo>
                <a:lnTo>
                  <a:pt x="3403289" y="1880317"/>
                </a:lnTo>
                <a:lnTo>
                  <a:pt x="0" y="18803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03289" y="4823661"/>
            <a:ext cx="6924526" cy="59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3"/>
              </a:lnSpc>
              <a:spcBef>
                <a:spcPct val="0"/>
              </a:spcBef>
            </a:pPr>
            <a:r>
              <a:rPr lang="en-US" b="true" sz="32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FRONTEND - REAL TIME OUTPUT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29640" y="5428640"/>
            <a:ext cx="7093148" cy="59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3"/>
              </a:lnSpc>
              <a:spcBef>
                <a:spcPct val="0"/>
              </a:spcBef>
            </a:pPr>
            <a:r>
              <a:rPr lang="en-US" b="true" sz="32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INTERFACE &amp; DASHBOARD PREVIEW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27876"/>
            <a:ext cx="12189714" cy="227828"/>
          </a:xfrm>
          <a:custGeom>
            <a:avLst/>
            <a:gdLst/>
            <a:ahLst/>
            <a:cxnLst/>
            <a:rect r="r" b="b" t="t" l="l"/>
            <a:pathLst>
              <a:path h="227828" w="12189714">
                <a:moveTo>
                  <a:pt x="0" y="0"/>
                </a:moveTo>
                <a:lnTo>
                  <a:pt x="12189714" y="0"/>
                </a:lnTo>
                <a:lnTo>
                  <a:pt x="12189714" y="227828"/>
                </a:lnTo>
                <a:lnTo>
                  <a:pt x="0" y="227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605749"/>
            <a:ext cx="12192000" cy="252251"/>
          </a:xfrm>
          <a:custGeom>
            <a:avLst/>
            <a:gdLst/>
            <a:ahLst/>
            <a:cxnLst/>
            <a:rect r="r" b="b" t="t" l="l"/>
            <a:pathLst>
              <a:path h="252251" w="12192000">
                <a:moveTo>
                  <a:pt x="0" y="0"/>
                </a:moveTo>
                <a:lnTo>
                  <a:pt x="12192000" y="0"/>
                </a:lnTo>
                <a:lnTo>
                  <a:pt x="12192000" y="252251"/>
                </a:lnTo>
                <a:lnTo>
                  <a:pt x="0" y="252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1252" y="968740"/>
            <a:ext cx="11669525" cy="5512308"/>
          </a:xfrm>
          <a:custGeom>
            <a:avLst/>
            <a:gdLst/>
            <a:ahLst/>
            <a:cxnLst/>
            <a:rect r="r" b="b" t="t" l="l"/>
            <a:pathLst>
              <a:path h="5512308" w="11669525">
                <a:moveTo>
                  <a:pt x="0" y="0"/>
                </a:moveTo>
                <a:lnTo>
                  <a:pt x="11669525" y="0"/>
                </a:lnTo>
                <a:lnTo>
                  <a:pt x="11669525" y="5512308"/>
                </a:lnTo>
                <a:lnTo>
                  <a:pt x="0" y="5512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76856" y="3744468"/>
            <a:ext cx="1324356" cy="105156"/>
          </a:xfrm>
          <a:custGeom>
            <a:avLst/>
            <a:gdLst/>
            <a:ahLst/>
            <a:cxnLst/>
            <a:rect r="r" b="b" t="t" l="l"/>
            <a:pathLst>
              <a:path h="105156" w="1324356">
                <a:moveTo>
                  <a:pt x="0" y="0"/>
                </a:moveTo>
                <a:lnTo>
                  <a:pt x="1324356" y="0"/>
                </a:lnTo>
                <a:lnTo>
                  <a:pt x="1324356" y="105156"/>
                </a:lnTo>
                <a:lnTo>
                  <a:pt x="0" y="1051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19147" y="3766823"/>
            <a:ext cx="1231773" cy="25403"/>
          </a:xfrm>
          <a:custGeom>
            <a:avLst/>
            <a:gdLst/>
            <a:ahLst/>
            <a:cxnLst/>
            <a:rect r="r" b="b" t="t" l="l"/>
            <a:pathLst>
              <a:path h="25403" w="1231773">
                <a:moveTo>
                  <a:pt x="0" y="0"/>
                </a:moveTo>
                <a:lnTo>
                  <a:pt x="1231773" y="0"/>
                </a:lnTo>
                <a:lnTo>
                  <a:pt x="1231773" y="25403"/>
                </a:lnTo>
                <a:lnTo>
                  <a:pt x="0" y="254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44496" y="5756148"/>
            <a:ext cx="3518916" cy="105156"/>
          </a:xfrm>
          <a:custGeom>
            <a:avLst/>
            <a:gdLst/>
            <a:ahLst/>
            <a:cxnLst/>
            <a:rect r="r" b="b" t="t" l="l"/>
            <a:pathLst>
              <a:path h="105156" w="3518916">
                <a:moveTo>
                  <a:pt x="0" y="0"/>
                </a:moveTo>
                <a:lnTo>
                  <a:pt x="3518916" y="0"/>
                </a:lnTo>
                <a:lnTo>
                  <a:pt x="3518916" y="105156"/>
                </a:lnTo>
                <a:lnTo>
                  <a:pt x="0" y="1051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86787" y="5778503"/>
            <a:ext cx="3426333" cy="25403"/>
          </a:xfrm>
          <a:custGeom>
            <a:avLst/>
            <a:gdLst/>
            <a:ahLst/>
            <a:cxnLst/>
            <a:rect r="r" b="b" t="t" l="l"/>
            <a:pathLst>
              <a:path h="25403" w="3426333">
                <a:moveTo>
                  <a:pt x="0" y="0"/>
                </a:moveTo>
                <a:lnTo>
                  <a:pt x="3426333" y="0"/>
                </a:lnTo>
                <a:lnTo>
                  <a:pt x="3426333" y="25403"/>
                </a:lnTo>
                <a:lnTo>
                  <a:pt x="0" y="254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86128" y="6045708"/>
            <a:ext cx="3842004" cy="105156"/>
          </a:xfrm>
          <a:custGeom>
            <a:avLst/>
            <a:gdLst/>
            <a:ahLst/>
            <a:cxnLst/>
            <a:rect r="r" b="b" t="t" l="l"/>
            <a:pathLst>
              <a:path h="105156" w="3842004">
                <a:moveTo>
                  <a:pt x="0" y="0"/>
                </a:moveTo>
                <a:lnTo>
                  <a:pt x="3842004" y="0"/>
                </a:lnTo>
                <a:lnTo>
                  <a:pt x="3842004" y="105156"/>
                </a:lnTo>
                <a:lnTo>
                  <a:pt x="0" y="1051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29181" y="6068063"/>
            <a:ext cx="3748659" cy="25403"/>
          </a:xfrm>
          <a:custGeom>
            <a:avLst/>
            <a:gdLst/>
            <a:ahLst/>
            <a:cxnLst/>
            <a:rect r="r" b="b" t="t" l="l"/>
            <a:pathLst>
              <a:path h="25403" w="3748659">
                <a:moveTo>
                  <a:pt x="0" y="0"/>
                </a:moveTo>
                <a:lnTo>
                  <a:pt x="3748659" y="0"/>
                </a:lnTo>
                <a:lnTo>
                  <a:pt x="3748659" y="25403"/>
                </a:lnTo>
                <a:lnTo>
                  <a:pt x="0" y="2540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52304" y="2296668"/>
            <a:ext cx="1306068" cy="105156"/>
          </a:xfrm>
          <a:custGeom>
            <a:avLst/>
            <a:gdLst/>
            <a:ahLst/>
            <a:cxnLst/>
            <a:rect r="r" b="b" t="t" l="l"/>
            <a:pathLst>
              <a:path h="105156" w="1306068">
                <a:moveTo>
                  <a:pt x="0" y="0"/>
                </a:moveTo>
                <a:lnTo>
                  <a:pt x="1306068" y="0"/>
                </a:lnTo>
                <a:lnTo>
                  <a:pt x="1306068" y="105156"/>
                </a:lnTo>
                <a:lnTo>
                  <a:pt x="0" y="10515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94719" y="2319023"/>
            <a:ext cx="1213361" cy="25403"/>
          </a:xfrm>
          <a:custGeom>
            <a:avLst/>
            <a:gdLst/>
            <a:ahLst/>
            <a:cxnLst/>
            <a:rect r="r" b="b" t="t" l="l"/>
            <a:pathLst>
              <a:path h="25403" w="1213361">
                <a:moveTo>
                  <a:pt x="0" y="0"/>
                </a:moveTo>
                <a:lnTo>
                  <a:pt x="1213361" y="0"/>
                </a:lnTo>
                <a:lnTo>
                  <a:pt x="1213361" y="25403"/>
                </a:lnTo>
                <a:lnTo>
                  <a:pt x="0" y="254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63128" y="5862828"/>
            <a:ext cx="3585972" cy="105156"/>
          </a:xfrm>
          <a:custGeom>
            <a:avLst/>
            <a:gdLst/>
            <a:ahLst/>
            <a:cxnLst/>
            <a:rect r="r" b="b" t="t" l="l"/>
            <a:pathLst>
              <a:path h="105156" w="3585972">
                <a:moveTo>
                  <a:pt x="0" y="0"/>
                </a:moveTo>
                <a:lnTo>
                  <a:pt x="3585972" y="0"/>
                </a:lnTo>
                <a:lnTo>
                  <a:pt x="3585972" y="105156"/>
                </a:lnTo>
                <a:lnTo>
                  <a:pt x="0" y="10515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305800" y="5885183"/>
            <a:ext cx="3492246" cy="25403"/>
          </a:xfrm>
          <a:custGeom>
            <a:avLst/>
            <a:gdLst/>
            <a:ahLst/>
            <a:cxnLst/>
            <a:rect r="r" b="b" t="t" l="l"/>
            <a:pathLst>
              <a:path h="25403" w="3492246">
                <a:moveTo>
                  <a:pt x="0" y="0"/>
                </a:moveTo>
                <a:lnTo>
                  <a:pt x="3492246" y="0"/>
                </a:lnTo>
                <a:lnTo>
                  <a:pt x="3492246" y="25403"/>
                </a:lnTo>
                <a:lnTo>
                  <a:pt x="0" y="2540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854184" y="6198108"/>
            <a:ext cx="1306068" cy="105156"/>
          </a:xfrm>
          <a:custGeom>
            <a:avLst/>
            <a:gdLst/>
            <a:ahLst/>
            <a:cxnLst/>
            <a:rect r="r" b="b" t="t" l="l"/>
            <a:pathLst>
              <a:path h="105156" w="1306068">
                <a:moveTo>
                  <a:pt x="0" y="0"/>
                </a:moveTo>
                <a:lnTo>
                  <a:pt x="1306068" y="0"/>
                </a:lnTo>
                <a:lnTo>
                  <a:pt x="1306068" y="105156"/>
                </a:lnTo>
                <a:lnTo>
                  <a:pt x="0" y="10515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896599" y="6220463"/>
            <a:ext cx="1213361" cy="25403"/>
          </a:xfrm>
          <a:custGeom>
            <a:avLst/>
            <a:gdLst/>
            <a:ahLst/>
            <a:cxnLst/>
            <a:rect r="r" b="b" t="t" l="l"/>
            <a:pathLst>
              <a:path h="25403" w="1213361">
                <a:moveTo>
                  <a:pt x="0" y="0"/>
                </a:moveTo>
                <a:lnTo>
                  <a:pt x="1213361" y="0"/>
                </a:lnTo>
                <a:lnTo>
                  <a:pt x="1213361" y="25403"/>
                </a:lnTo>
                <a:lnTo>
                  <a:pt x="0" y="254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0194" y="3429000"/>
            <a:ext cx="1659532" cy="1326589"/>
          </a:xfrm>
          <a:custGeom>
            <a:avLst/>
            <a:gdLst/>
            <a:ahLst/>
            <a:cxnLst/>
            <a:rect r="r" b="b" t="t" l="l"/>
            <a:pathLst>
              <a:path h="1326589" w="1659532">
                <a:moveTo>
                  <a:pt x="0" y="0"/>
                </a:moveTo>
                <a:lnTo>
                  <a:pt x="1659532" y="0"/>
                </a:lnTo>
                <a:lnTo>
                  <a:pt x="1659532" y="1326589"/>
                </a:lnTo>
                <a:lnTo>
                  <a:pt x="0" y="132658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424428" y="207302"/>
            <a:ext cx="5197231" cy="4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b="true" sz="279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13874" y="6427832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b="true" sz="120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4553" y="-225791"/>
            <a:ext cx="9697759" cy="8374244"/>
          </a:xfrm>
          <a:custGeom>
            <a:avLst/>
            <a:gdLst/>
            <a:ahLst/>
            <a:cxnLst/>
            <a:rect r="r" b="b" t="t" l="l"/>
            <a:pathLst>
              <a:path h="8374244" w="9697759">
                <a:moveTo>
                  <a:pt x="0" y="0"/>
                </a:moveTo>
                <a:lnTo>
                  <a:pt x="9697759" y="0"/>
                </a:lnTo>
                <a:lnTo>
                  <a:pt x="9697759" y="8374244"/>
                </a:lnTo>
                <a:lnTo>
                  <a:pt x="0" y="8374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66166" y="0"/>
            <a:ext cx="10099087" cy="908568"/>
          </a:xfrm>
          <a:custGeom>
            <a:avLst/>
            <a:gdLst/>
            <a:ahLst/>
            <a:cxnLst/>
            <a:rect r="r" b="b" t="t" l="l"/>
            <a:pathLst>
              <a:path h="908568" w="10099087">
                <a:moveTo>
                  <a:pt x="0" y="0"/>
                </a:moveTo>
                <a:lnTo>
                  <a:pt x="10099087" y="0"/>
                </a:lnTo>
                <a:lnTo>
                  <a:pt x="10099087" y="908568"/>
                </a:lnTo>
                <a:lnTo>
                  <a:pt x="0" y="9085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269" t="-174407" r="-10556" b="-8304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87737" y="454284"/>
            <a:ext cx="2128148" cy="1981813"/>
          </a:xfrm>
          <a:custGeom>
            <a:avLst/>
            <a:gdLst/>
            <a:ahLst/>
            <a:cxnLst/>
            <a:rect r="r" b="b" t="t" l="l"/>
            <a:pathLst>
              <a:path h="1981813" w="2128148">
                <a:moveTo>
                  <a:pt x="0" y="0"/>
                </a:moveTo>
                <a:lnTo>
                  <a:pt x="2128148" y="0"/>
                </a:lnTo>
                <a:lnTo>
                  <a:pt x="2128148" y="1981813"/>
                </a:lnTo>
                <a:lnTo>
                  <a:pt x="0" y="1981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683" r="0" b="-658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27763" y="1601948"/>
            <a:ext cx="1932392" cy="1935177"/>
          </a:xfrm>
          <a:custGeom>
            <a:avLst/>
            <a:gdLst/>
            <a:ahLst/>
            <a:cxnLst/>
            <a:rect r="r" b="b" t="t" l="l"/>
            <a:pathLst>
              <a:path h="1935177" w="1932392">
                <a:moveTo>
                  <a:pt x="0" y="0"/>
                </a:moveTo>
                <a:lnTo>
                  <a:pt x="1932392" y="0"/>
                </a:lnTo>
                <a:lnTo>
                  <a:pt x="1932392" y="1935177"/>
                </a:lnTo>
                <a:lnTo>
                  <a:pt x="0" y="1935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96514" y="3713681"/>
            <a:ext cx="3795486" cy="2909093"/>
          </a:xfrm>
          <a:custGeom>
            <a:avLst/>
            <a:gdLst/>
            <a:ahLst/>
            <a:cxnLst/>
            <a:rect r="r" b="b" t="t" l="l"/>
            <a:pathLst>
              <a:path h="2909093" w="3795486">
                <a:moveTo>
                  <a:pt x="0" y="0"/>
                </a:moveTo>
                <a:lnTo>
                  <a:pt x="3795486" y="0"/>
                </a:lnTo>
                <a:lnTo>
                  <a:pt x="3795486" y="2909094"/>
                </a:lnTo>
                <a:lnTo>
                  <a:pt x="0" y="29090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35" t="0" r="-4679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1669" y="130752"/>
            <a:ext cx="80053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RAILFIT QR’S STRATEGIC  ALIGNMENT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27876"/>
            <a:ext cx="12189714" cy="227828"/>
          </a:xfrm>
          <a:custGeom>
            <a:avLst/>
            <a:gdLst/>
            <a:ahLst/>
            <a:cxnLst/>
            <a:rect r="r" b="b" t="t" l="l"/>
            <a:pathLst>
              <a:path h="227828" w="12189714">
                <a:moveTo>
                  <a:pt x="0" y="0"/>
                </a:moveTo>
                <a:lnTo>
                  <a:pt x="12189714" y="0"/>
                </a:lnTo>
                <a:lnTo>
                  <a:pt x="12189714" y="227828"/>
                </a:lnTo>
                <a:lnTo>
                  <a:pt x="0" y="227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6605759"/>
            <a:ext cx="12192000" cy="252241"/>
          </a:xfrm>
          <a:custGeom>
            <a:avLst/>
            <a:gdLst/>
            <a:ahLst/>
            <a:cxnLst/>
            <a:rect r="r" b="b" t="t" l="l"/>
            <a:pathLst>
              <a:path h="252241" w="12192000">
                <a:moveTo>
                  <a:pt x="0" y="0"/>
                </a:moveTo>
                <a:lnTo>
                  <a:pt x="12192000" y="0"/>
                </a:lnTo>
                <a:lnTo>
                  <a:pt x="12192000" y="252241"/>
                </a:lnTo>
                <a:lnTo>
                  <a:pt x="0" y="25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64527" y="831586"/>
            <a:ext cx="4596138" cy="5529822"/>
          </a:xfrm>
          <a:custGeom>
            <a:avLst/>
            <a:gdLst/>
            <a:ahLst/>
            <a:cxnLst/>
            <a:rect r="r" b="b" t="t" l="l"/>
            <a:pathLst>
              <a:path h="5529822" w="4596138">
                <a:moveTo>
                  <a:pt x="0" y="0"/>
                </a:moveTo>
                <a:lnTo>
                  <a:pt x="4596138" y="0"/>
                </a:lnTo>
                <a:lnTo>
                  <a:pt x="4596138" y="5529822"/>
                </a:lnTo>
                <a:lnTo>
                  <a:pt x="0" y="55298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3492" y="3168415"/>
            <a:ext cx="5073885" cy="521170"/>
          </a:xfrm>
          <a:custGeom>
            <a:avLst/>
            <a:gdLst/>
            <a:ahLst/>
            <a:cxnLst/>
            <a:rect r="r" b="b" t="t" l="l"/>
            <a:pathLst>
              <a:path h="521170" w="5073885">
                <a:moveTo>
                  <a:pt x="0" y="0"/>
                </a:moveTo>
                <a:lnTo>
                  <a:pt x="5073885" y="0"/>
                </a:lnTo>
                <a:lnTo>
                  <a:pt x="5073885" y="521170"/>
                </a:lnTo>
                <a:lnTo>
                  <a:pt x="0" y="521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04618" y="3897673"/>
            <a:ext cx="2792225" cy="2568259"/>
          </a:xfrm>
          <a:custGeom>
            <a:avLst/>
            <a:gdLst/>
            <a:ahLst/>
            <a:cxnLst/>
            <a:rect r="r" b="b" t="t" l="l"/>
            <a:pathLst>
              <a:path h="2568259" w="2792225">
                <a:moveTo>
                  <a:pt x="0" y="0"/>
                </a:moveTo>
                <a:lnTo>
                  <a:pt x="2792226" y="0"/>
                </a:lnTo>
                <a:lnTo>
                  <a:pt x="2792226" y="2568259"/>
                </a:lnTo>
                <a:lnTo>
                  <a:pt x="0" y="2568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176" r="0" b="-1143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4753" y="3959971"/>
            <a:ext cx="3742182" cy="2505961"/>
          </a:xfrm>
          <a:custGeom>
            <a:avLst/>
            <a:gdLst/>
            <a:ahLst/>
            <a:cxnLst/>
            <a:rect r="r" b="b" t="t" l="l"/>
            <a:pathLst>
              <a:path h="2505961" w="3742182">
                <a:moveTo>
                  <a:pt x="0" y="0"/>
                </a:moveTo>
                <a:lnTo>
                  <a:pt x="3742182" y="0"/>
                </a:lnTo>
                <a:lnTo>
                  <a:pt x="3742182" y="2505961"/>
                </a:lnTo>
                <a:lnTo>
                  <a:pt x="0" y="2505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63278" y="-63972"/>
            <a:ext cx="9481323" cy="768822"/>
          </a:xfrm>
          <a:custGeom>
            <a:avLst/>
            <a:gdLst/>
            <a:ahLst/>
            <a:cxnLst/>
            <a:rect r="r" b="b" t="t" l="l"/>
            <a:pathLst>
              <a:path h="768822" w="9481323">
                <a:moveTo>
                  <a:pt x="0" y="0"/>
                </a:moveTo>
                <a:lnTo>
                  <a:pt x="9481323" y="0"/>
                </a:lnTo>
                <a:lnTo>
                  <a:pt x="9481323" y="768822"/>
                </a:lnTo>
                <a:lnTo>
                  <a:pt x="0" y="7688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2646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4753" y="56251"/>
            <a:ext cx="8637538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FIELD STUDY &amp; ON-SITE VALIDATION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13874" y="6427832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b="true" sz="120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1993" y="3204865"/>
            <a:ext cx="4668738" cy="39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b="true" sz="220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 Kandhampattyrailway track,Salem.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2023" y="972703"/>
            <a:ext cx="601682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Physical inspection of track components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&amp; fiittings.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753" y="2002673"/>
            <a:ext cx="647432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Failure patterns and maintenance practices.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4753" y="2623000"/>
            <a:ext cx="6401433" cy="38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364" indent="-244182" lvl="1">
              <a:lnSpc>
                <a:spcPts val="3166"/>
              </a:lnSpc>
              <a:buFont typeface="Arial"/>
              <a:buChar char="•"/>
            </a:pPr>
            <a:r>
              <a:rPr lang="en-US" b="true" sz="22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 validated under real condition.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27876"/>
            <a:ext cx="12189714" cy="227828"/>
          </a:xfrm>
          <a:custGeom>
            <a:avLst/>
            <a:gdLst/>
            <a:ahLst/>
            <a:cxnLst/>
            <a:rect r="r" b="b" t="t" l="l"/>
            <a:pathLst>
              <a:path h="227828" w="12189714">
                <a:moveTo>
                  <a:pt x="0" y="0"/>
                </a:moveTo>
                <a:lnTo>
                  <a:pt x="12189714" y="0"/>
                </a:lnTo>
                <a:lnTo>
                  <a:pt x="12189714" y="227828"/>
                </a:lnTo>
                <a:lnTo>
                  <a:pt x="0" y="227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605749"/>
            <a:ext cx="12192000" cy="252241"/>
          </a:xfrm>
          <a:custGeom>
            <a:avLst/>
            <a:gdLst/>
            <a:ahLst/>
            <a:cxnLst/>
            <a:rect r="r" b="b" t="t" l="l"/>
            <a:pathLst>
              <a:path h="252241" w="12192000">
                <a:moveTo>
                  <a:pt x="0" y="0"/>
                </a:moveTo>
                <a:lnTo>
                  <a:pt x="12192000" y="0"/>
                </a:lnTo>
                <a:lnTo>
                  <a:pt x="12192000" y="252241"/>
                </a:lnTo>
                <a:lnTo>
                  <a:pt x="0" y="25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127" y="3549863"/>
            <a:ext cx="7053529" cy="2934967"/>
          </a:xfrm>
          <a:custGeom>
            <a:avLst/>
            <a:gdLst/>
            <a:ahLst/>
            <a:cxnLst/>
            <a:rect r="r" b="b" t="t" l="l"/>
            <a:pathLst>
              <a:path h="2934967" w="7053529">
                <a:moveTo>
                  <a:pt x="0" y="0"/>
                </a:moveTo>
                <a:lnTo>
                  <a:pt x="7053529" y="0"/>
                </a:lnTo>
                <a:lnTo>
                  <a:pt x="7053529" y="2934967"/>
                </a:lnTo>
                <a:lnTo>
                  <a:pt x="0" y="29349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1735" r="0" b="-31735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52984" y="902208"/>
            <a:ext cx="8633460" cy="2429256"/>
            <a:chOff x="0" y="0"/>
            <a:chExt cx="11511280" cy="3239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11280" cy="3239008"/>
            </a:xfrm>
            <a:custGeom>
              <a:avLst/>
              <a:gdLst/>
              <a:ahLst/>
              <a:cxnLst/>
              <a:rect r="r" b="b" t="t" l="l"/>
              <a:pathLst>
                <a:path h="3239008" w="11511280">
                  <a:moveTo>
                    <a:pt x="11454511" y="32893"/>
                  </a:moveTo>
                  <a:lnTo>
                    <a:pt x="11454511" y="3150743"/>
                  </a:lnTo>
                  <a:lnTo>
                    <a:pt x="62738" y="3150743"/>
                  </a:lnTo>
                  <a:lnTo>
                    <a:pt x="62738" y="32893"/>
                  </a:lnTo>
                  <a:close/>
                  <a:moveTo>
                    <a:pt x="0" y="0"/>
                  </a:moveTo>
                  <a:lnTo>
                    <a:pt x="0" y="3239008"/>
                  </a:lnTo>
                  <a:lnTo>
                    <a:pt x="11511280" y="3239008"/>
                  </a:lnTo>
                  <a:lnTo>
                    <a:pt x="1151128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28600" y="850897"/>
            <a:ext cx="8686800" cy="2489197"/>
          </a:xfrm>
          <a:custGeom>
            <a:avLst/>
            <a:gdLst/>
            <a:ahLst/>
            <a:cxnLst/>
            <a:rect r="r" b="b" t="t" l="l"/>
            <a:pathLst>
              <a:path h="2489197" w="8686800">
                <a:moveTo>
                  <a:pt x="0" y="0"/>
                </a:moveTo>
                <a:lnTo>
                  <a:pt x="8686800" y="0"/>
                </a:lnTo>
                <a:lnTo>
                  <a:pt x="8686800" y="2489197"/>
                </a:lnTo>
                <a:lnTo>
                  <a:pt x="0" y="24891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" y="3416303"/>
            <a:ext cx="9072496" cy="25403"/>
          </a:xfrm>
          <a:custGeom>
            <a:avLst/>
            <a:gdLst/>
            <a:ahLst/>
            <a:cxnLst/>
            <a:rect r="r" b="b" t="t" l="l"/>
            <a:pathLst>
              <a:path h="25403" w="9072496">
                <a:moveTo>
                  <a:pt x="0" y="0"/>
                </a:moveTo>
                <a:lnTo>
                  <a:pt x="9072496" y="0"/>
                </a:lnTo>
                <a:lnTo>
                  <a:pt x="9072496" y="25403"/>
                </a:lnTo>
                <a:lnTo>
                  <a:pt x="0" y="25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6116" y="886968"/>
            <a:ext cx="6987540" cy="2519172"/>
            <a:chOff x="0" y="0"/>
            <a:chExt cx="9316720" cy="33588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16720" cy="3358896"/>
            </a:xfrm>
            <a:custGeom>
              <a:avLst/>
              <a:gdLst/>
              <a:ahLst/>
              <a:cxnLst/>
              <a:rect r="r" b="b" t="t" l="l"/>
              <a:pathLst>
                <a:path h="3358896" w="9316720">
                  <a:moveTo>
                    <a:pt x="0" y="0"/>
                  </a:moveTo>
                  <a:lnTo>
                    <a:pt x="0" y="3358896"/>
                  </a:lnTo>
                  <a:lnTo>
                    <a:pt x="9316720" y="3358896"/>
                  </a:lnTo>
                  <a:lnTo>
                    <a:pt x="9316720" y="3171063"/>
                  </a:lnTo>
                  <a:lnTo>
                    <a:pt x="178562" y="3171063"/>
                  </a:lnTo>
                  <a:lnTo>
                    <a:pt x="178562" y="53213"/>
                  </a:lnTo>
                  <a:lnTo>
                    <a:pt x="9316720" y="53213"/>
                  </a:lnTo>
                  <a:lnTo>
                    <a:pt x="931672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0" y="3393948"/>
            <a:ext cx="9110472" cy="105156"/>
          </a:xfrm>
          <a:custGeom>
            <a:avLst/>
            <a:gdLst/>
            <a:ahLst/>
            <a:cxnLst/>
            <a:rect r="r" b="b" t="t" l="l"/>
            <a:pathLst>
              <a:path h="105156" w="9110472">
                <a:moveTo>
                  <a:pt x="0" y="0"/>
                </a:moveTo>
                <a:lnTo>
                  <a:pt x="9110472" y="0"/>
                </a:lnTo>
                <a:lnTo>
                  <a:pt x="9110472" y="105156"/>
                </a:lnTo>
                <a:lnTo>
                  <a:pt x="0" y="1051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51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017508" y="702564"/>
            <a:ext cx="105156" cy="2796540"/>
          </a:xfrm>
          <a:custGeom>
            <a:avLst/>
            <a:gdLst/>
            <a:ahLst/>
            <a:cxnLst/>
            <a:rect r="r" b="b" t="t" l="l"/>
            <a:pathLst>
              <a:path h="2796540" w="105156">
                <a:moveTo>
                  <a:pt x="0" y="0"/>
                </a:moveTo>
                <a:lnTo>
                  <a:pt x="105156" y="0"/>
                </a:lnTo>
                <a:lnTo>
                  <a:pt x="105156" y="2796540"/>
                </a:lnTo>
                <a:lnTo>
                  <a:pt x="0" y="27965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059799" y="725300"/>
            <a:ext cx="25403" cy="2703700"/>
          </a:xfrm>
          <a:custGeom>
            <a:avLst/>
            <a:gdLst/>
            <a:ahLst/>
            <a:cxnLst/>
            <a:rect r="r" b="b" t="t" l="l"/>
            <a:pathLst>
              <a:path h="2703700" w="25403">
                <a:moveTo>
                  <a:pt x="0" y="0"/>
                </a:moveTo>
                <a:lnTo>
                  <a:pt x="25403" y="0"/>
                </a:lnTo>
                <a:lnTo>
                  <a:pt x="25403" y="2703700"/>
                </a:lnTo>
                <a:lnTo>
                  <a:pt x="0" y="2703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27439" y="755904"/>
            <a:ext cx="3781353" cy="2743200"/>
          </a:xfrm>
          <a:custGeom>
            <a:avLst/>
            <a:gdLst/>
            <a:ahLst/>
            <a:cxnLst/>
            <a:rect r="r" b="b" t="t" l="l"/>
            <a:pathLst>
              <a:path h="2743200" w="3781353">
                <a:moveTo>
                  <a:pt x="0" y="0"/>
                </a:moveTo>
                <a:lnTo>
                  <a:pt x="3781353" y="0"/>
                </a:lnTo>
                <a:lnTo>
                  <a:pt x="3781353" y="2743200"/>
                </a:lnTo>
                <a:lnTo>
                  <a:pt x="0" y="27432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203961" y="47838"/>
            <a:ext cx="5881241" cy="54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7"/>
              </a:lnSpc>
            </a:pPr>
            <a:r>
              <a:rPr lang="en-US" b="true" sz="309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13874" y="6427832"/>
            <a:ext cx="78972" cy="2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b="true" sz="120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1668" y="946909"/>
            <a:ext cx="105176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SOURCE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46081" y="3693928"/>
            <a:ext cx="70333" cy="38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1668" y="1363828"/>
            <a:ext cx="90964" cy="1519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8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</a:p>
          <a:p>
            <a:pPr algn="just">
              <a:lnSpc>
                <a:spcPts val="2805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5800" y="1354541"/>
            <a:ext cx="4018188" cy="33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0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contexttimesofindia.indiatimes.com</a:t>
            </a:r>
            <a:r>
              <a:rPr lang="en-US" sz="20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4568" y="1647225"/>
            <a:ext cx="2596372" cy="33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detectioninsia.aiinsia.ai </a:t>
            </a:r>
            <a:r>
              <a:rPr lang="en-US" sz="200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5800" y="1961550"/>
            <a:ext cx="6349251" cy="125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3"/>
              </a:lnSpc>
            </a:pPr>
            <a:r>
              <a:rPr lang="en-US" sz="20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Indian Railways </a:t>
            </a:r>
            <a:r>
              <a:rPr lang="en-US" b="true" sz="200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UDM</a:t>
            </a:r>
            <a:r>
              <a:rPr lang="en-US" sz="20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200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and TMS </a:t>
            </a:r>
            <a:r>
              <a:rPr lang="en-US" sz="20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information news </a:t>
            </a:r>
            <a:r>
              <a:rPr lang="en-US" sz="20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railanalysis.comslideshare.net. </a:t>
            </a:r>
            <a:r>
              <a:rPr lang="en-US" sz="20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Laser marking for traceability (Gravo tech industry example) </a:t>
            </a:r>
            <a:r>
              <a:rPr lang="en-US" sz="20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Indiahindcam.comshreelasersystems.net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88936" y="3735013"/>
            <a:ext cx="4577025" cy="238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4"/>
              </a:lnSpc>
            </a:pPr>
            <a:r>
              <a:rPr lang="en-US" sz="26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b="true" sz="264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64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  </a:t>
            </a:r>
            <a:r>
              <a:rPr lang="en-US" b="true" sz="2646">
                <a:solidFill>
                  <a:srgbClr val="8E76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Salem Divisional Railway PRO </a:t>
            </a:r>
            <a:r>
              <a:rPr lang="en-US" b="true" sz="2646">
                <a:solidFill>
                  <a:srgbClr val="01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discuss our solution overview. Conductedreal-time analysis at Kandhampatty track to refine our system design.       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175" y="1241111"/>
            <a:ext cx="6089835" cy="4931089"/>
          </a:xfrm>
          <a:custGeom>
            <a:avLst/>
            <a:gdLst/>
            <a:ahLst/>
            <a:cxnLst/>
            <a:rect r="r" b="b" t="t" l="l"/>
            <a:pathLst>
              <a:path h="4931089" w="6089835">
                <a:moveTo>
                  <a:pt x="0" y="0"/>
                </a:moveTo>
                <a:lnTo>
                  <a:pt x="6089835" y="0"/>
                </a:lnTo>
                <a:lnTo>
                  <a:pt x="6089835" y="4931089"/>
                </a:lnTo>
                <a:lnTo>
                  <a:pt x="0" y="493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7" t="-21172" r="0" b="-4522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8885" y="1241111"/>
            <a:ext cx="3700630" cy="4931089"/>
          </a:xfrm>
          <a:custGeom>
            <a:avLst/>
            <a:gdLst/>
            <a:ahLst/>
            <a:cxnLst/>
            <a:rect r="r" b="b" t="t" l="l"/>
            <a:pathLst>
              <a:path h="4931089" w="3700630">
                <a:moveTo>
                  <a:pt x="0" y="0"/>
                </a:moveTo>
                <a:lnTo>
                  <a:pt x="3700630" y="0"/>
                </a:lnTo>
                <a:lnTo>
                  <a:pt x="3700630" y="4931089"/>
                </a:lnTo>
                <a:lnTo>
                  <a:pt x="0" y="493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103" y="362267"/>
            <a:ext cx="9976693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FINAL OUTPUT OF THE PROPOSED SYSTEM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04758">
            <a:off x="4048639" y="1156870"/>
            <a:ext cx="4094723" cy="4117180"/>
          </a:xfrm>
          <a:custGeom>
            <a:avLst/>
            <a:gdLst/>
            <a:ahLst/>
            <a:cxnLst/>
            <a:rect r="r" b="b" t="t" l="l"/>
            <a:pathLst>
              <a:path h="4117180" w="4094723">
                <a:moveTo>
                  <a:pt x="0" y="0"/>
                </a:moveTo>
                <a:lnTo>
                  <a:pt x="4094722" y="0"/>
                </a:lnTo>
                <a:lnTo>
                  <a:pt x="4094722" y="4117180"/>
                </a:lnTo>
                <a:lnTo>
                  <a:pt x="0" y="41171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1841" y="-1108577"/>
            <a:ext cx="7450718" cy="4962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80"/>
              </a:lnSpc>
            </a:pPr>
            <a:r>
              <a:rPr lang="en-US" sz="28914">
                <a:solidFill>
                  <a:srgbClr val="000000"/>
                </a:solidFill>
                <a:latin typeface="Virtual"/>
                <a:ea typeface="Virtual"/>
                <a:cs typeface="Virtual"/>
                <a:sym typeface="Virtual"/>
              </a:rPr>
              <a:t>Thank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92258" y="1935090"/>
            <a:ext cx="3670014" cy="315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27"/>
              </a:lnSpc>
            </a:pPr>
            <a:r>
              <a:rPr lang="en-US" sz="18377">
                <a:solidFill>
                  <a:srgbClr val="000000"/>
                </a:solidFill>
                <a:latin typeface="Virtual"/>
                <a:ea typeface="Virtual"/>
                <a:cs typeface="Virtual"/>
                <a:sym typeface="Virtual"/>
              </a:rPr>
              <a:t>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07486" y="4383690"/>
            <a:ext cx="4698714" cy="70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1"/>
              </a:lnSpc>
            </a:pPr>
            <a:r>
              <a:rPr lang="en-US" sz="3679" spc="1078">
                <a:solidFill>
                  <a:srgbClr val="000000"/>
                </a:solidFill>
                <a:latin typeface="Virtual"/>
                <a:ea typeface="Virtual"/>
                <a:cs typeface="Virtual"/>
                <a:sym typeface="Virtual"/>
              </a:rPr>
              <a:t>-INFRA TECHIES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DAG7UcsCF9Y</dc:identifier>
  <dcterms:modified xsi:type="dcterms:W3CDTF">2011-08-01T06:04:30Z</dcterms:modified>
  <cp:revision>1</cp:revision>
  <dc:title>RAILWAY REVOLUTION.pdf</dc:title>
</cp:coreProperties>
</file>